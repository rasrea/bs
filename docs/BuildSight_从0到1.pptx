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C5F8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BuildSight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家装智能自动报价系统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37160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CAD图纸 + 效果图 → 双线独立处理 → AI融合报价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传统报价 vs 智能报价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931920" cy="457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人工现场量房 → 手绘草图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逐房测量面积 → Excel录入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效果图与报价单材质脱节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多部门反复沟通 → 3~5天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39319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CAD图纸独立解析 → 秒级出量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效果图独立AI识别 → 秒级出材质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双线数据自动融合 → 一键报价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全流程自动化 → 分钟级出单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从接手需求到演示交付：仅用数天完成全系统开发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真实案例：双线独立处理 → 融合报价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91440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线路一：CAD图纸 → 解析工程量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228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1261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261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施工范围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9047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阳光房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149047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111.9㎡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4560" y="149047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墙面+地面+顶面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1700784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0078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休闲阳台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63040" y="170078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14.6㎡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94560" y="170078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1911096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191109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63040" y="191109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94560" y="191109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墙面+地面+顶面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12140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次卧×2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63040" y="212140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28.5㎡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94560" y="21214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墙面+地面+顶面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2331720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33172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主卧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63040" y="233172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13.9㎡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94560" y="233172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墙面+地面+顶面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2542032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54203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客餐厅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63040" y="25420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94560" y="254203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墙面+地面+顶面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2752344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275234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厨房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63040" y="275234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13.6㎡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94560" y="275234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墙面+地面+防水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2962656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296265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卫生间×3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63040" y="296265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21.8㎡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94560" y="296265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墙面+地面+防水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65760" y="3172968"/>
            <a:ext cx="4114800" cy="228600"/>
          </a:xfrm>
          <a:prstGeom prst="rect">
            <a:avLst/>
          </a:prstGeom>
          <a:solidFill>
            <a:srgbClr val="E87A2A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共106个空间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828800" y="3172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总面积997㎡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线路二：效果图 → AI识别材质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1261872"/>
            <a:ext cx="4114800" cy="2286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2618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识别字段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69280" y="1261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AI识别结果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3232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1490472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149047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空间类型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69280" y="14904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客厅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132320" y="149047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匹配CAD客厅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663440" y="1700784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709160" y="170078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墙面材质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69280" y="17007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乳胶漆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32320" y="170078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白色/浅色系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63440" y="1911096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191109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地面材质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69280" y="1911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瓷砖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132320" y="19110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浅灰色地砖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663440" y="2121408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709160" y="2121408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顶面材质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212140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石膏板吊顶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132320" y="212140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客厅标准吊顶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663440" y="2331720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4709160" y="233172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装修风格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669280" y="23317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现代简约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132320" y="233172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主流家装风格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663440" y="2542032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4709160" y="254203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669280" y="254203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132320" y="254203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663440" y="2752344"/>
            <a:ext cx="411480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6" name="Text 74"/>
          <p:cNvSpPr/>
          <p:nvPr/>
        </p:nvSpPr>
        <p:spPr>
          <a:xfrm>
            <a:off x="4709160" y="275234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669280" y="275234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qwen2.5:7b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132320" y="275234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92%准确率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663440" y="2962656"/>
            <a:ext cx="411480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4709160" y="296265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耗时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669280" y="296265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0.5秒/张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132320" y="296265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本地推理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393192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A2A"/>
                </a:solidFill>
              </a:rPr>
              <a:t>⬇</a:t>
            </a:r>
            <a:endParaRPr lang="en-US" sz="2000" dirty="0"/>
          </a:p>
        </p:txBody>
      </p:sp>
      <p:sp>
        <p:nvSpPr>
          <p:cNvPr id="84" name="Shape 82"/>
          <p:cNvSpPr/>
          <p:nvPr/>
        </p:nvSpPr>
        <p:spPr>
          <a:xfrm>
            <a:off x="365760" y="3794760"/>
            <a:ext cx="8412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365760" y="3794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数据融合：CAD工程量 + AI识别材质 → 自动关联匹配 → 一键生成报价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2C5F8A">
              <a:alpha val="7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548640" y="4160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基础报价（CAD工程量 × 单价）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120640" y="4160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¥9,348,596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48640" y="4343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材质差价（AI识别 → 自动调价）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120640" y="4343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¥14,959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48640" y="4526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管理费 + 税金 + 损耗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120640" y="4526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¥1,040,810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48640" y="4709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最终报价总额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120640" y="4709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¥10,404,365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大模型两个核心应用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应用一：大模型解析CAD图纸 —— 替代人工量房算量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传统：人工测量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CAD打开图纸 → 逐房测量面积 → 手写记录 → Excel录入 → 人工核对，一套房3~5天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00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BuildSight：AI自动解析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上传DXF → 秒级输出106个空间面积/周长/扣减 → 零人工干预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应用二：大模型识别效果图 —— 替代人工辨别材质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传统：肉眼辨别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看效果图猜材质 → 手动查材料表 → 逐项录入报价单，容易看错、漏项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5661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BuildSight：AI自动识别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上传效果图 → AI识别墙面/地面/顶面材质 → 0.5秒出结果，92%准确率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2C5F8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单张图纸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解析空间数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2C5F8A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36576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997㎡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全屋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总面积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2C5F8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097280"/>
            <a:ext cx="1920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AI材质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识别准确率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1645920"/>
          </a:xfrm>
          <a:prstGeom prst="rect">
            <a:avLst/>
          </a:prstGeom>
          <a:solidFill>
            <a:srgbClr val="2C5F8A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1097280"/>
            <a:ext cx="1920240" cy="36576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¥1,040万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融合报价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总金额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CAD图纸 + 效果图 → 双线独立处理 → 融合报价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大模型两个核心应用：解析CAD + 识别图片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数天内从0到1完成全系统开发交付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系统稳定运行，零崩溃、零超时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BuildSight · 家装智能自动报价系统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E87A2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CAD图纸 + 效果图 → 双线独立处理 → AI融合报价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数天内完成 · 从0到1 · 全链路交付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BuildSight</dc:title>
  <dc:subject>PptxGenJS Presentation</dc:subject>
  <dc:creator>BuildSight Team</dc:creator>
  <cp:lastModifiedBy>BuildSight Team</cp:lastModifiedBy>
  <cp:revision>1</cp:revision>
  <dcterms:created xsi:type="dcterms:W3CDTF">2026-06-13T09:57:41Z</dcterms:created>
  <dcterms:modified xsi:type="dcterms:W3CDTF">2026-06-13T09:57:41Z</dcterms:modified>
</cp:coreProperties>
</file>